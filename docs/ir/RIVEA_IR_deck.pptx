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한 줄로 대비 구조를 만든다 — 화장 vs 노화. 데모 링크를 여기서 미리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브랜드몰은 자기 제품만 설명하고, 종합몰은 카테고리별로 더 많이 파는 게 유리하다.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 브랜드가 한 바구니에 섞이니 조합이 보인다 — 중개형이라 가능한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장기 스케일업은 화장품 시장 전체(25조)다. 기기 1.1조만 TAM으로 잡으면 천장을 스스로 낮추는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공급측(브랜드 입점)을 계산했다는 걸 보여주는 슬라이드. 소비자 편익만 좇지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8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463040"/>
            <a:ext cx="6583680" cy="6583680"/>
          </a:xfrm>
          <a:prstGeom prst="ellipse">
            <a:avLst/>
          </a:prstGeom>
          <a:solidFill>
            <a:srgbClr val="5C5B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480560"/>
            <a:ext cx="3108960" cy="3108960"/>
          </a:xfrm>
          <a:prstGeom prst="ellipse">
            <a:avLst/>
          </a:prstGeom>
          <a:solidFill>
            <a:srgbClr val="E7DC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I V E 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화장이 아니라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노화를 다룹니다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 이상 여성을 위한 홈케어 중개 마켓플레이스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성분·가격으로 함께 놓고, 하나의 루틴으로 묶습니다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8B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발표자 · 소속 (채워주세요)  ·  2026.08  ·  rivea-app.web.app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뷰티 커머스는 「화장」을 팔도록 만들어져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40대가 넘으면 지출의 이유가 바뀝니다. 예뻐 보이려고가 아니라 노화를 관리하려고 씁니다.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53312" y="2624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3108960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고민이 화장이 아니라 노화다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84048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검색하는 건 색상이나 트렌드가 아니라 증상입니다.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1728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1728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02352" y="2624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81728" y="3108960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함께 볼 수 없다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81728" y="384048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늘 다른 카테고리에 있어 성분과 가격을 견줄 수 없습니다.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51392" y="2624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30768" y="3108960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하나의 루틴으로 묶어주지 않는다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30768" y="384048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따로 산 둘을 어떤 순서로 쓰는지 아무도 알려주지 않습니다.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문제의 뿌리는 하나입니다 — 상품 단위로 파는 구조는 조합을 말할 수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고민에서 출발해 기기와 화장품을 한 루틴으로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274320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고민이 곧 진입점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 7개로 들어옵니다.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메이크업 카테고리는 없습니다.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81728" y="274320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성분과 가격을 같은 축에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81728" y="3401568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작동 방식, 화장품은 성분으로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고민 아래 놓습니다.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30768" y="274320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순서까지 짜서 준다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30768" y="3401568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 5단계·저녁 4단계.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작동 방식대로 자기 자리에.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여기서 더 나온 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2688" y="4937760"/>
            <a:ext cx="1029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병용 안내 — 레티놀과 산은 나눠 쓰기 (규칙 9개)      ·      다 쓸 때쯤 — 받은 날과 용량으로 재구매 시점      ·      내 화장대 — 갖고 있는 건 살 목록에서 빼기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시장은 커졌는데 정보는 규제 대상이 될 만큼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14884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48개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32688" y="2834640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식약처 시정명령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32004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2019년 비의료용 LED 마스크 48개가 효능을 표시했다는 이유로. 정보 비대칭의 규제 당국 확인.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214884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1.6조원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81728" y="2834640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뷰티 기기 시장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81728" y="32004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2018년 5,000억 → 2022년 1.6조. 기기가 팔린 만큼 「어떻게 쓰나」의 수요도 커졌습니다.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0768" y="214884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900만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30768" y="2834640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화해 누적 리뷰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0768" y="32004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정보 수요는 증명됐습니다. 다만 화해는 정보만 주고 커머스와 끊겨 있습니다.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590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검증 — 채워야 하는 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4901184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40대+ 여성 N명 인터뷰  ·  「성분 조합을 몰라 실수한 경험」 비율  ·  데모 사용자 테스트 결과 — 2차 자료로 대체할 수 없는 칸입니다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출처: 비즈니스플러스 · 화해 · 식약처 2019 보도자료(원문 링크 확인 필요)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SIZE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규모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17320" y="1783080"/>
            <a:ext cx="4297680" cy="4297680"/>
          </a:xfrm>
          <a:prstGeom prst="ellipse">
            <a:avLst/>
          </a:prstGeom>
          <a:solidFill>
            <a:srgbClr val="E7DC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84832" y="2907792"/>
            <a:ext cx="2962656" cy="2962656"/>
          </a:xfrm>
          <a:prstGeom prst="ellipse">
            <a:avLst/>
          </a:prstGeom>
          <a:solidFill>
            <a:srgbClr val="9AA8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4912" y="4142232"/>
            <a:ext cx="1682496" cy="1682496"/>
          </a:xfrm>
          <a:prstGeom prst="ellipse">
            <a:avLst/>
          </a:prstGeom>
          <a:solidFill>
            <a:srgbClr val="4A48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9842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  약 25조원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  약 12조원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4640" y="4315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3464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필요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521208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122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3682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화장품 시장 · 약 25조원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679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USD 18.39B (2025) · 환율 1,400원 가정. 뷰티 기기 1.1조는 이 안의 조각입니다.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264408"/>
            <a:ext cx="521208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4107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6667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스킨케어 · 선케어 · 약 12조원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8368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유형 중 46.8% — 노화 관리가 일어나는 카테고리입니다.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562856"/>
            <a:ext cx="5212080" cy="1207008"/>
          </a:xfrm>
          <a:prstGeom prst="roundRect">
            <a:avLst>
              <a:gd name="adj" fmla="val 9091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7091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496519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40~50대 여성 × 침투율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83680" y="52760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인구는 KOSIS, 침투율은 비교 사례와 함께 확정합니다. (확인 필요)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동심원은 지름으로만 위계를 표시했습니다 — SAM 확정 전 면적 비례는 비율을 지어내는 것과 같습니다.  출처: Expert Market Research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작동하는 앱입니다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목업이 아니라 배포된 웹앱입니다. 아래는 저장소에서 센 값입니다.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+ 23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7782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 + 화장품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실존 25 · 브랜드 18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4043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7817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 / 10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67817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기기+화장품 루틴 세트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7817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작동 방식대로 기기 자리 배치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4078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852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7852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병용 규칙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7852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기기 배치 규칙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4113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7887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7887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7887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커밋 43 · 12,560줄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023360"/>
            <a:ext cx="5257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206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닫힌 여정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45720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 → 루틴 처방(기기 자리 포함) → 담기 → 결제 → 배송 추적 → 리뷰 → 재구매까지 끊기는 곳 없이 이어집니다.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4023360"/>
            <a:ext cx="5257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206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규제선을 지킨 카피 체계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37960" y="45720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미백·주름개선은 기능성화장품 표시라 심사 품목만 씁니다. 성분은 「어디서 작용한다」로만 적고, 기기에는 효능을 붙이지 않습니다.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데모: rivea-app.web.app — PWA로 홈 화면 설치 가능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중개 수수료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194560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 구조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32688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 수수료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60604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브랜드별 협의 (% 확인 필요)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32688" y="3264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세트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606040" y="32644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 브랜드 묶음 판매 · 객단가 상승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8313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노출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606040" y="383133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고민별 큐레이션 슬롯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4590288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배송비는 브랜드가 각자 정합니다 — 앱도 브랜드별로 계산합니다.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32688" y="5074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· 수수료율 · CAC · LTV 가정표 (확인 필요)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6248" y="2194560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우리가 하지 않는 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56248" y="2651760"/>
            <a:ext cx="467258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루틴의 월 비용 환산과 효과 기록은 사용자에게 유용하지만 넣지 않았습니다. 입점 브랜드에게는 위험한 지표이고, 브랜드가 들어오지 않으면 중개형 자체가 성립하지 않습니다.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대신 「내 화장대」는 넣었습니다. 결과적으로 살 것이 줄지만 브랜드에게는 「안 팔았다」가 아니라 「중복 구매를 막아줬다」로 읽힙니다.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양쪽이 다 이기는 칸에만 손을 댑니다.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ADOPTION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쓰게 만드나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고민으로 들어온다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「세럼」이 아니라 「기미·잡티」로. 그 화면에 기기와 화장품이 함께 놓입니다.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926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루틴을 받는다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310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 3개 → 아침·저녁 순서. 여기서 처음으로 「이 앱이 나를 안다」가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97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화장대를 등록한다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4270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살 것이 줄어듭니다. 덜 팔린 첫 경험이 재방문의 이유가 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 쓸 때쯤 돌아온다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리텐션이 광고가 아니라 제품 사용 주기에서 나옵니다.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852160"/>
            <a:ext cx="10881360" cy="548640"/>
          </a:xfrm>
          <a:prstGeom prst="roundRect">
            <a:avLst>
              <a:gd name="adj" fmla="val 20000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 확보 채널 · 예산 · 목표 지표 (확인 필요)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경쟁 구도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비교 축은 우리가 정의한 세 문제 그대로입니다 — 노화 중심 / 통합 비교 / 루틴.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280160"/>
                <a:gridCol w="1737360"/>
                <a:gridCol w="164592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노화 중심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진열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취급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기기·화장품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비교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루틴으로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묶기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40대+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접근성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RIVEA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◐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올리브영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브랜드 공식몰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지그재그 · 에이블리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 전문몰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29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있음 · ◐ 부분 구현 · △ 부분적 · ○ 없음    ◐ 기기끼리 비교표는 돌아가고, 기기↔화장품 교차 비교가 다음 단계입니다.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53949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「통합 비교」와 「루틴」 열이 전부 비어 있는 이유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583387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능력이 아니라 구조입니다. 브랜드몰은 남의 제품과의 조합을 말할 수 없고, 종합몰은 「기기 하나로 되니 화장품은 줄이세요」를 말할 이유가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COMPETITIVE ADVANTAGES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우리가 할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다 파니 묶을 수 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중개형이라 한 바구니에 여러 브랜드의 기기와 화장품이 함께 담깁니다. 흉내가 아니라 사업 모델에서 나옵니다.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6577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이기는 브랜드가 없어도 된다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브랜드를 밀 이유가 없어 중립적인 안내가 곧 우리 이익입니다. 브랜드몰은 구조적으로 이 말을 못 합니다.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481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표현의 선을 지킨 체계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1248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기능성화장품·기기 효능 표시를 피하는 규칙이 코드에 박혀 있습니다. 모르고 만든 서비스는 규모가 커질 때 한 번에 걸립니다.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474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규칙 엔진이 자산이 되는 구조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536752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· 기기 작동 방식 · 단계 · 시간대 · 사용기간을 구조화해 갖고 있어, 상품이 늘어날수록 규칙이 잡아내는 조합이 늘어납니다. 카탈로그 확장이 곧 안내 품질의 확장입니다.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86000"/>
            <a:ext cx="731520" cy="731520"/>
          </a:xfrm>
          <a:prstGeom prst="ellipse">
            <a:avLst/>
          </a:prstGeom>
          <a:solidFill>
            <a:srgbClr val="E6E9F0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154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 · 역할 (채워주세요)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문제를 왜 당신이 푸는지 — 한 문장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286000"/>
            <a:ext cx="731520" cy="731520"/>
          </a:xfrm>
          <a:prstGeom prst="ellipse">
            <a:avLst/>
          </a:prstGeom>
          <a:solidFill>
            <a:srgbClr val="E6E9F0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3154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MEMBER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 · 역할 (채워주세요)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3749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관련 경험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86000"/>
            <a:ext cx="731520" cy="731520"/>
          </a:xfrm>
          <a:prstGeom prst="ellipse">
            <a:avLst/>
          </a:prstGeom>
          <a:solidFill>
            <a:srgbClr val="E6E9F0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3154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MEMBER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1248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 · 역할 (채워주세요)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3749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관련 경험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증명한 것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9377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기획 · 디자인 · 개발을 커밋 43개 · 12,560줄로 배포 가능한 상태까지 만들었습니다. 팀 슬라이드가 약할 때 이 항목이 가장 잘 먹힙니다 — 말이 아니라 돌아가는 링크가 근거입니다.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48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291840"/>
            <a:ext cx="5852160" cy="5852160"/>
          </a:xfrm>
          <a:prstGeom prst="ellipse">
            <a:avLst/>
          </a:prstGeom>
          <a:solidFill>
            <a:srgbClr val="5C5B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요청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240280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규모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2606040"/>
            <a:ext cx="4672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금액 (채워주세요)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32688" y="3291840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런웨이 개월 수 · 사용처 비중 (개발 / 입점 / 마케팅)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116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6248" y="2240280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돈으로 증명할 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56248" y="2606040"/>
            <a:ext cx="46725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입점 브랜드 N개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거래액 / 재구매율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→ 구매 전환율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56248" y="3703320"/>
            <a:ext cx="4672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마일스톤은 「무엇을 만들겠다」가 아니라 「어떤 가설을 검증하겠다」로 씁니다.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바로 확인하실 수 있습니다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rivea-app.web.app — 회원가입 없이 둘러보기, 고민 설정 후 「내 루틴」까지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8B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초안 · 2026.08 · 구조는 Airbnb 2008 시드덱 · 디자인은 macOS 27 UI 킷 · 금색 글씨는 확인되지 않은 값입니다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RIVEA IR Deck (초안)</dc:title>
  <dc:subject>PptxGenJS Presentation</dc:subject>
  <dc:creator>RIVEA</dc:creator>
  <cp:lastModifiedBy>RIVEA</cp:lastModifiedBy>
  <cp:revision>1</cp:revision>
  <dcterms:created xsi:type="dcterms:W3CDTF">2026-08-03T14:50:07Z</dcterms:created>
  <dcterms:modified xsi:type="dcterms:W3CDTF">2026-08-03T14:50:07Z</dcterms:modified>
</cp:coreProperties>
</file>